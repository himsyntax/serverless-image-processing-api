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282A2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0"/>
            <a:ext cx="3474720" cy="5148072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50292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Processing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" y="3246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 ·  S3  ·  Python Pillow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Project  |  Automated Asset Management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384048"/>
            <a:ext cx="2880360" cy="713232"/>
          </a:xfrm>
          <a:prstGeom prst="roundRect">
            <a:avLst>
              <a:gd name="adj" fmla="val 10256"/>
            </a:avLst>
          </a:prstGeom>
          <a:solidFill>
            <a:srgbClr val="0E6BA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384048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.jpg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109728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499616"/>
            <a:ext cx="2880360" cy="713232"/>
          </a:xfrm>
          <a:prstGeom prst="roundRect">
            <a:avLst>
              <a:gd name="adj" fmla="val 10256"/>
            </a:avLst>
          </a:prstGeom>
          <a:solidFill>
            <a:srgbClr val="1282A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499616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Source Bucket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221284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615184"/>
            <a:ext cx="2880360" cy="713232"/>
          </a:xfrm>
          <a:prstGeom prst="roundRect">
            <a:avLst>
              <a:gd name="adj" fmla="val 10256"/>
            </a:avLst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2615184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+ Pillow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332841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3730752"/>
            <a:ext cx="2880360" cy="713232"/>
          </a:xfrm>
          <a:prstGeom prst="roundRect">
            <a:avLst>
              <a:gd name="adj" fmla="val 10256"/>
            </a:avLst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3730752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Output Bucket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 ·  Zero Servers  ·  Pay-Per-Use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14800" cy="150876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15568"/>
            <a:ext cx="91440" cy="1508760"/>
          </a:xfrm>
          <a:prstGeom prst="roundRect">
            <a:avLst>
              <a:gd name="adj" fmla="val 80000"/>
            </a:avLst>
          </a:prstGeom>
          <a:solidFill>
            <a:srgbClr val="1282A2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252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Performance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6642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photos displayed as mobile thumbnails consume massive bandwidth and slow down the entire app.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15568"/>
            <a:ext cx="4114800" cy="150876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115568"/>
            <a:ext cx="91440" cy="1508760"/>
          </a:xfrm>
          <a:prstGeom prst="roundRect">
            <a:avLst>
              <a:gd name="adj" fmla="val 80000"/>
            </a:avLst>
          </a:prstGeom>
          <a:solidFill>
            <a:srgbClr val="1282A2"/>
          </a:solidFill>
          <a:ln/>
        </p:spPr>
      </p:sp>
      <p:sp>
        <p:nvSpPr>
          <p:cNvPr id="11" name="Text 9"/>
          <p:cNvSpPr/>
          <p:nvPr/>
        </p:nvSpPr>
        <p:spPr>
          <a:xfrm>
            <a:off x="5047488" y="12252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Wasted Cost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47488" y="16642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server running 24/7 just waiting for uploads burns money even when idle.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07208"/>
            <a:ext cx="4114800" cy="150876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807208"/>
            <a:ext cx="91440" cy="1508760"/>
          </a:xfrm>
          <a:prstGeom prst="roundRect">
            <a:avLst>
              <a:gd name="adj" fmla="val 80000"/>
            </a:avLst>
          </a:prstGeom>
          <a:solidFill>
            <a:srgbClr val="1282A2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9169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Latency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" y="335584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image delivery kills user engagement. People leave if photos take more than 2 seconds.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807208"/>
            <a:ext cx="4114800" cy="150876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2807208"/>
            <a:ext cx="91440" cy="1508760"/>
          </a:xfrm>
          <a:prstGeom prst="roundRect">
            <a:avLst>
              <a:gd name="adj" fmla="val 80000"/>
            </a:avLst>
          </a:prstGeom>
          <a:solidFill>
            <a:srgbClr val="1282A2"/>
          </a:solidFill>
          <a:ln/>
        </p:spPr>
      </p:sp>
      <p:sp>
        <p:nvSpPr>
          <p:cNvPr id="19" name="Text 17"/>
          <p:cNvSpPr/>
          <p:nvPr/>
        </p:nvSpPr>
        <p:spPr>
          <a:xfrm>
            <a:off x="5047488" y="29169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No Scale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47488" y="335584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spikes during events overwhelm any fixed-capacity server causing downtime.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553712"/>
            <a:ext cx="8412480" cy="438912"/>
          </a:xfrm>
          <a:prstGeom prst="rect">
            <a:avLst/>
          </a:prstGeom>
          <a:solidFill>
            <a:srgbClr val="1282A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55371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Solution: Serverless event-driven pipeline — pay only when images are processed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0E6BA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1155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517904"/>
            <a:ext cx="16002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.jpg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65960" y="10972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282A2"/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11155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S3 Source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1517904"/>
            <a:ext cx="16002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source-images-upload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10972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1155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Lambda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1517904"/>
            <a:ext cx="16002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image-processor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10972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06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1155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S3 Output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1517904"/>
            <a:ext cx="16002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processed-thumbnails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78040" y="10972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54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11155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CloudWatch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78040" y="1517904"/>
            <a:ext cx="16002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Monitoring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3736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176272"/>
            <a:ext cx="8686800" cy="2724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2311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Lambda Function  —  lambda_handler.py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4048" y="2651760"/>
            <a:ext cx="2011680" cy="2029968"/>
          </a:xfrm>
          <a:prstGeom prst="roundRect">
            <a:avLst>
              <a:gd name="adj" fmla="val 3636"/>
            </a:avLst>
          </a:prstGeom>
          <a:solidFill>
            <a:srgbClr val="0E6BA8"/>
          </a:solidFill>
          <a:ln/>
        </p:spPr>
      </p:sp>
      <p:sp>
        <p:nvSpPr>
          <p:cNvPr id="27" name="Shape 25"/>
          <p:cNvSpPr/>
          <p:nvPr/>
        </p:nvSpPr>
        <p:spPr>
          <a:xfrm>
            <a:off x="1188720" y="269748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8" name="Text 26"/>
          <p:cNvSpPr/>
          <p:nvPr/>
        </p:nvSpPr>
        <p:spPr>
          <a:xfrm>
            <a:off x="1188720" y="2715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" y="31638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Event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4048" y="3566160"/>
            <a:ext cx="201168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bucket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key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 JSON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95728" y="3547872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542032" y="2651760"/>
            <a:ext cx="2011680" cy="2029968"/>
          </a:xfrm>
          <a:prstGeom prst="roundRect">
            <a:avLst>
              <a:gd name="adj" fmla="val 3636"/>
            </a:avLst>
          </a:prstGeom>
          <a:solidFill>
            <a:srgbClr val="1282A2"/>
          </a:solidFill>
          <a:ln/>
        </p:spPr>
      </p:sp>
      <p:sp>
        <p:nvSpPr>
          <p:cNvPr id="33" name="Shape 31"/>
          <p:cNvSpPr/>
          <p:nvPr/>
        </p:nvSpPr>
        <p:spPr>
          <a:xfrm>
            <a:off x="3346704" y="269748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4" name="Text 32"/>
          <p:cNvSpPr/>
          <p:nvPr/>
        </p:nvSpPr>
        <p:spPr>
          <a:xfrm>
            <a:off x="3346704" y="2715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42032" y="31638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542032" y="3566160"/>
            <a:ext cx="201168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s3.download_file()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/tmp/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storage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53712" y="3547872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700016" y="2651760"/>
            <a:ext cx="2011680" cy="2029968"/>
          </a:xfrm>
          <a:prstGeom prst="roundRect">
            <a:avLst>
              <a:gd name="adj" fmla="val 3636"/>
            </a:avLst>
          </a:prstGeom>
          <a:solidFill>
            <a:srgbClr val="00B4D8"/>
          </a:solidFill>
          <a:ln/>
        </p:spPr>
      </p:sp>
      <p:sp>
        <p:nvSpPr>
          <p:cNvPr id="39" name="Shape 37"/>
          <p:cNvSpPr/>
          <p:nvPr/>
        </p:nvSpPr>
        <p:spPr>
          <a:xfrm>
            <a:off x="5504688" y="269748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0" name="Text 38"/>
          <p:cNvSpPr/>
          <p:nvPr/>
        </p:nvSpPr>
        <p:spPr>
          <a:xfrm>
            <a:off x="5504688" y="2715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700016" y="31638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700016" y="3566160"/>
            <a:ext cx="201168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img.thumbnail()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 px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LANCZOS filter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11696" y="3547872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858000" y="2651760"/>
            <a:ext cx="2011680" cy="2029968"/>
          </a:xfrm>
          <a:prstGeom prst="roundRect">
            <a:avLst>
              <a:gd name="adj" fmla="val 3636"/>
            </a:avLst>
          </a:prstGeom>
          <a:solidFill>
            <a:srgbClr val="06D6A0"/>
          </a:solidFill>
          <a:ln/>
        </p:spPr>
      </p:sp>
      <p:sp>
        <p:nvSpPr>
          <p:cNvPr id="45" name="Shape 43"/>
          <p:cNvSpPr/>
          <p:nvPr/>
        </p:nvSpPr>
        <p:spPr>
          <a:xfrm>
            <a:off x="7662672" y="269748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6" name="Text 44"/>
          <p:cNvSpPr/>
          <p:nvPr/>
        </p:nvSpPr>
        <p:spPr>
          <a:xfrm>
            <a:off x="7662672" y="2715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0" y="31638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858000" y="3566160"/>
            <a:ext cx="201168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s3.upload_file()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82A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lambda_handler.py  —  The Core Function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5120640" cy="4005072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078992"/>
            <a:ext cx="49377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lambda_function.py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38988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boto3, os, logging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1543507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69712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urllib.parse import unquote_plus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85074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004365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  = boto3.client('s3')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215798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 = 'processed-thumbnails'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2311603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 = (128, 128)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246522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61884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lambda_handler(event, context):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2772461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 = event['Records'][0]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29260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= rec['s3']['bucket']['name']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3079699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 = unquote_plus(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323331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rec['s3']['object']['key'])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338693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3540557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s3.download_file(bucket, key,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369417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f'/tmp/{key}')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3847795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00141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Image.open(f'/tmp/{key}') as img: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415503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img.thumbnail(SIZE, Image.LANCZOS)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4308653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img.save('/tmp/thumb.jpg')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44622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4615891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s3.upload_file('/tmp/thumb.jpg',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476951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DEST, f'thumbnails/thumb_{key}')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492313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{'statusCode': 200}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77840" y="1024128"/>
            <a:ext cx="3337560" cy="74980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5577840" y="1024128"/>
            <a:ext cx="91440" cy="749808"/>
          </a:xfrm>
          <a:prstGeom prst="roundRect">
            <a:avLst>
              <a:gd name="adj" fmla="val 80000"/>
            </a:avLst>
          </a:prstGeom>
          <a:solidFill>
            <a:srgbClr val="0E6BA8"/>
          </a:solidFill>
          <a:ln/>
        </p:spPr>
      </p:sp>
      <p:sp>
        <p:nvSpPr>
          <p:cNvPr id="33" name="Text 31"/>
          <p:cNvSpPr/>
          <p:nvPr/>
        </p:nvSpPr>
        <p:spPr>
          <a:xfrm>
            <a:off x="5742432" y="1097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Imports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42432" y="138988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 = AWS SDK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= image resize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unquote_plus = decode filenames with spaces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2057400"/>
            <a:ext cx="3337560" cy="74980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6" name="Shape 34"/>
          <p:cNvSpPr/>
          <p:nvPr/>
        </p:nvSpPr>
        <p:spPr>
          <a:xfrm>
            <a:off x="5577840" y="2057400"/>
            <a:ext cx="91440" cy="749808"/>
          </a:xfrm>
          <a:prstGeom prst="roundRect">
            <a:avLst>
              <a:gd name="adj" fmla="val 80000"/>
            </a:avLst>
          </a:prstGeom>
          <a:solidFill>
            <a:srgbClr val="1282A2"/>
          </a:solidFill>
          <a:ln/>
        </p:spPr>
      </p:sp>
      <p:sp>
        <p:nvSpPr>
          <p:cNvPr id="37" name="Text 35"/>
          <p:cNvSpPr/>
          <p:nvPr/>
        </p:nvSpPr>
        <p:spPr>
          <a:xfrm>
            <a:off x="5742432" y="2130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Parse S3 Event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42432" y="24231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bucket name and filename from the JSON event AWS sends automatically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77840" y="2880360"/>
            <a:ext cx="3337560" cy="74980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40" name="Shape 38"/>
          <p:cNvSpPr/>
          <p:nvPr/>
        </p:nvSpPr>
        <p:spPr>
          <a:xfrm>
            <a:off x="5577840" y="2880360"/>
            <a:ext cx="91440" cy="749808"/>
          </a:xfrm>
          <a:prstGeom prst="roundRect">
            <a:avLst>
              <a:gd name="adj" fmla="val 80000"/>
            </a:avLst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5742432" y="29535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Download to /tmp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742432" y="3246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Lambda's only writable storage. File is auto-cleaned after the function ends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77840" y="3703320"/>
            <a:ext cx="3337560" cy="74980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44" name="Shape 42"/>
          <p:cNvSpPr/>
          <p:nvPr/>
        </p:nvSpPr>
        <p:spPr>
          <a:xfrm>
            <a:off x="5577840" y="3703320"/>
            <a:ext cx="91440" cy="749808"/>
          </a:xfrm>
          <a:prstGeom prst="roundRect">
            <a:avLst>
              <a:gd name="adj" fmla="val 80000"/>
            </a:avLst>
          </a:prstGeom>
          <a:solidFill>
            <a:srgbClr val="06D6A0"/>
          </a:solidFill>
          <a:ln/>
        </p:spPr>
      </p:sp>
      <p:sp>
        <p:nvSpPr>
          <p:cNvPr id="45" name="Text 43"/>
          <p:cNvSpPr/>
          <p:nvPr/>
        </p:nvSpPr>
        <p:spPr>
          <a:xfrm>
            <a:off x="5742432" y="37764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Resize + Upload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742432" y="40690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thumbnail() keeps aspect ratio.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LANCZOS = best quality.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~3 KB result.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IAM Policy  —  Least Privilege Security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480560" cy="39776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78992"/>
            <a:ext cx="42976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s3-lambda-image-policy.json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5316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"2012-10-17",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6733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"Statement": [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81508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95681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"Sid": "ReadSource",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09854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"Effect": "Allow",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24028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"Action": "s3:GetObject",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38201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"Resource":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52374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"arn:aws:s3:::source-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266547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images-upload/*"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280720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29489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090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"Sid": "WriteOutput",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32324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"Effect": "Allow",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337413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"Action": "s3:PutObject",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351586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"Resource":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365760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"arn:aws:s3:::processed-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37993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thumbnails/*"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394106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408279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422452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"Sid": "Logs",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436626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"Action": ["logs:*"],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450799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"Resource": "arn:aws:logs:*"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464972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479145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493318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983480" y="1024128"/>
            <a:ext cx="3931920" cy="117043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4" name="Shape 32"/>
          <p:cNvSpPr/>
          <p:nvPr/>
        </p:nvSpPr>
        <p:spPr>
          <a:xfrm>
            <a:off x="4983480" y="1024128"/>
            <a:ext cx="91440" cy="1170432"/>
          </a:xfrm>
          <a:prstGeom prst="roundRect">
            <a:avLst>
              <a:gd name="adj" fmla="val 80000"/>
            </a:avLst>
          </a:prstGeom>
          <a:solidFill>
            <a:srgbClr val="0E6BA8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1115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s3:GetObject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66360" y="14996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Resource: source-images-upload/*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66360" y="17922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reads original image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2322576"/>
            <a:ext cx="3931920" cy="117043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9" name="Shape 37"/>
          <p:cNvSpPr/>
          <p:nvPr/>
        </p:nvSpPr>
        <p:spPr>
          <a:xfrm>
            <a:off x="4983480" y="2322576"/>
            <a:ext cx="91440" cy="1170432"/>
          </a:xfrm>
          <a:prstGeom prst="roundRect">
            <a:avLst>
              <a:gd name="adj" fmla="val 80000"/>
            </a:avLst>
          </a:prstGeom>
          <a:solidFill>
            <a:srgbClr val="1282A2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s3:PutObject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66360" y="2798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Resource: processed-thumbnails/*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66360" y="30906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writes thumbnail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83480" y="3621024"/>
            <a:ext cx="3931920" cy="117043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44" name="Shape 42"/>
          <p:cNvSpPr/>
          <p:nvPr/>
        </p:nvSpPr>
        <p:spPr>
          <a:xfrm>
            <a:off x="4983480" y="3621024"/>
            <a:ext cx="91440" cy="1170432"/>
          </a:xfrm>
          <a:prstGeom prst="roundRect">
            <a:avLst>
              <a:gd name="adj" fmla="val 80000"/>
            </a:avLst>
          </a:prstGeom>
          <a:solidFill>
            <a:srgbClr val="06D6A0"/>
          </a:solidFill>
          <a:ln/>
        </p:spPr>
      </p:sp>
      <p:sp>
        <p:nvSpPr>
          <p:cNvPr id="45" name="Text 43"/>
          <p:cNvSpPr/>
          <p:nvPr/>
        </p:nvSpPr>
        <p:spPr>
          <a:xfrm>
            <a:off x="5166360" y="37124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logs:*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166360" y="4096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Resource: arn:aws:logs:*:*:*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66360" y="4389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debug logs to CloudWatch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83480" y="4937760"/>
            <a:ext cx="3931920" cy="146304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49" name="Text 47"/>
          <p:cNvSpPr/>
          <p:nvPr/>
        </p:nvSpPr>
        <p:spPr>
          <a:xfrm>
            <a:off x="4983480" y="4041648"/>
            <a:ext cx="39319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s3:DeleteObject or s3:ListBucket — minimum permissions only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82A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Lambda Layer (Pillow Setup)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Layer?  Pillow uses compiled C code — it must match Amazon Linux (x86_64). Docker builds it correctly.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8595360" cy="786384"/>
          </a:xfrm>
          <a:prstGeom prst="rect">
            <a:avLst/>
          </a:prstGeom>
          <a:solidFill>
            <a:srgbClr val="0D254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508760"/>
            <a:ext cx="91440" cy="786384"/>
          </a:xfrm>
          <a:prstGeom prst="roundRect">
            <a:avLst>
              <a:gd name="adj" fmla="val 80000"/>
            </a:avLst>
          </a:prstGeom>
          <a:solidFill>
            <a:srgbClr val="0E6BA8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563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Create folder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874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pillow-layer &amp;&amp; cd pillow-layer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386584"/>
            <a:ext cx="8595360" cy="786384"/>
          </a:xfrm>
          <a:prstGeom prst="rect">
            <a:avLst/>
          </a:prstGeom>
          <a:solidFill>
            <a:srgbClr val="0D2540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386584"/>
            <a:ext cx="91440" cy="786384"/>
          </a:xfrm>
          <a:prstGeom prst="roundRect">
            <a:avLst>
              <a:gd name="adj" fmla="val 80000"/>
            </a:avLst>
          </a:prstGeom>
          <a:solidFill>
            <a:srgbClr val="1282A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441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Build inside Amazon Linux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7523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--platform linux/amd64 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"$PWD":/var/task 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public.ecr.aws/lambda/python:3.12 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pip install Pillow -t /var/task/python/lib/python3.12/site-packages/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264408"/>
            <a:ext cx="8595360" cy="786384"/>
          </a:xfrm>
          <a:prstGeom prst="rect">
            <a:avLst/>
          </a:prstGeom>
          <a:solidFill>
            <a:srgbClr val="0D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3264408"/>
            <a:ext cx="91440" cy="786384"/>
          </a:xfrm>
          <a:prstGeom prst="roundRect">
            <a:avLst>
              <a:gd name="adj" fmla="val 80000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319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Zip  (python/ must be at root)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3630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 -r pillow-layer.zip python/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142232"/>
            <a:ext cx="8595360" cy="786384"/>
          </a:xfrm>
          <a:prstGeom prst="rect">
            <a:avLst/>
          </a:prstGeom>
          <a:solidFill>
            <a:srgbClr val="0D254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4142232"/>
            <a:ext cx="91440" cy="786384"/>
          </a:xfrm>
          <a:prstGeom prst="roundRect">
            <a:avLst>
              <a:gd name="adj" fmla="val 80000"/>
            </a:avLst>
          </a:prstGeom>
          <a:solidFill>
            <a:srgbClr val="06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4197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Upload to AWS + attach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45079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Console → Lambda → Layers → Create Layer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Runtime: Python 3.12   Architecture: x86_64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attach to your Lambda function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4956048"/>
            <a:ext cx="8595360" cy="146304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Apple M1/M2/M3: --platform linux/amd64 is REQUIRED — without it Lambda crashes with 'Invalid ELF header'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Testing &amp; Proof of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3931920" cy="35478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24128"/>
            <a:ext cx="3931920" cy="47548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24128"/>
            <a:ext cx="37490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Source Bucket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37490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source-images-upload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3749040" cy="475488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20240"/>
            <a:ext cx="356616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holiday_photo.jpg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39696"/>
            <a:ext cx="35661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4.8 MB  ·  Uploaded by user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fired: s3:ObjectCreated:Put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724912"/>
            <a:ext cx="3749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triggered automatically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milliseconds of upload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3749040" cy="82296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55264"/>
            <a:ext cx="356616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566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Duration: 2847ms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Billed: 3000ms   Memory: 87 MB used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15968" y="237744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52544" y="281635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1024128"/>
            <a:ext cx="3931920" cy="35478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1024128"/>
            <a:ext cx="3931920" cy="47548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024128"/>
            <a:ext cx="37490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Output Bucket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1554480"/>
            <a:ext cx="37490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processed-thumbnails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1883664"/>
            <a:ext cx="3749040" cy="475488"/>
          </a:xfrm>
          <a:prstGeom prst="rect">
            <a:avLst/>
          </a:prstGeom>
          <a:solidFill>
            <a:srgbClr val="E8F8F0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920240"/>
            <a:ext cx="365760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thumbnails/thumb_holiday_photo.jpg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139696"/>
            <a:ext cx="36576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3.2 KB  ·  128×128px  ·  Auto-created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0" y="2423160"/>
            <a:ext cx="3749040" cy="100584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487168"/>
            <a:ext cx="35661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Size Reduction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2798064"/>
            <a:ext cx="35661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MB  →  3.2 KB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20640" y="3145536"/>
            <a:ext cx="35661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99.93% smaller  ✓  File opens correctly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3493008"/>
            <a:ext cx="3749040" cy="566928"/>
          </a:xfrm>
          <a:prstGeom prst="rect">
            <a:avLst/>
          </a:prstGeom>
          <a:solidFill>
            <a:srgbClr val="E8F8F0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3547872"/>
            <a:ext cx="3566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Upload verified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Dimensions 128×128 confirmed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JPEG opens in browser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663440"/>
            <a:ext cx="8595360" cy="43891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6817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sec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49011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latency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24912" y="46817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MB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724912" y="49011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01184" y="46817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3000ms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01184" y="49011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duration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77456" y="46817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$0.000021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77456" y="49011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image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  —  18 Days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029968" cy="475488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7899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029968" cy="64008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72768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Setup &amp; IAM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2029968" cy="21762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" y="2286000"/>
            <a:ext cx="182880" cy="182880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258568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2 S3 buckets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" y="2798064"/>
            <a:ext cx="182880" cy="182880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770632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IAM role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" y="3310128"/>
            <a:ext cx="182880" cy="182880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282696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inline policy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" y="3822192"/>
            <a:ext cx="182880" cy="182880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794760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S3 access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370832"/>
            <a:ext cx="2029968" cy="384048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3708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50592" y="1078992"/>
            <a:ext cx="2029968" cy="475488"/>
          </a:xfrm>
          <a:prstGeom prst="rect">
            <a:avLst/>
          </a:prstGeom>
          <a:solidFill>
            <a:srgbClr val="1282A2"/>
          </a:solidFill>
          <a:ln/>
        </p:spPr>
      </p:sp>
      <p:sp>
        <p:nvSpPr>
          <p:cNvPr id="21" name="Text 19"/>
          <p:cNvSpPr/>
          <p:nvPr/>
        </p:nvSpPr>
        <p:spPr>
          <a:xfrm>
            <a:off x="2450592" y="107899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5–9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450592" y="1554480"/>
            <a:ext cx="2029968" cy="64008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3" name="Text 21"/>
          <p:cNvSpPr/>
          <p:nvPr/>
        </p:nvSpPr>
        <p:spPr>
          <a:xfrm>
            <a:off x="2450592" y="1572768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Lambda Layer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50592" y="2194560"/>
            <a:ext cx="2029968" cy="21762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578608" y="2286000"/>
            <a:ext cx="182880" cy="182880"/>
          </a:xfrm>
          <a:prstGeom prst="ellipse">
            <a:avLst/>
          </a:prstGeom>
          <a:solidFill>
            <a:srgbClr val="1282A2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2258568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78608" y="2798064"/>
            <a:ext cx="182880" cy="182880"/>
          </a:xfrm>
          <a:prstGeom prst="ellipse">
            <a:avLst/>
          </a:prstGeom>
          <a:solidFill>
            <a:srgbClr val="1282A2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2770632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Pillow in container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78608" y="3310128"/>
            <a:ext cx="182880" cy="182880"/>
          </a:xfrm>
          <a:prstGeom prst="ellipse">
            <a:avLst/>
          </a:prstGeom>
          <a:solidFill>
            <a:srgbClr val="1282A2"/>
          </a:solidFill>
          <a:ln/>
        </p:spPr>
      </p:sp>
      <p:sp>
        <p:nvSpPr>
          <p:cNvPr id="30" name="Text 28"/>
          <p:cNvSpPr/>
          <p:nvPr/>
        </p:nvSpPr>
        <p:spPr>
          <a:xfrm>
            <a:off x="2834640" y="3282696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+ upload layer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78608" y="3822192"/>
            <a:ext cx="182880" cy="182880"/>
          </a:xfrm>
          <a:prstGeom prst="ellipse">
            <a:avLst/>
          </a:prstGeom>
          <a:solidFill>
            <a:srgbClr val="1282A2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0" y="3794760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Lambda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50592" y="4370832"/>
            <a:ext cx="2029968" cy="384048"/>
          </a:xfrm>
          <a:prstGeom prst="rect">
            <a:avLst/>
          </a:prstGeom>
          <a:solidFill>
            <a:srgbClr val="1282A2"/>
          </a:solidFill>
          <a:ln/>
        </p:spPr>
      </p:sp>
      <p:sp>
        <p:nvSpPr>
          <p:cNvPr id="34" name="Text 32"/>
          <p:cNvSpPr/>
          <p:nvPr/>
        </p:nvSpPr>
        <p:spPr>
          <a:xfrm>
            <a:off x="2450592" y="43708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26864" y="1078992"/>
            <a:ext cx="2029968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4626864" y="107899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10–14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26864" y="1554480"/>
            <a:ext cx="2029968" cy="64008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8" name="Text 36"/>
          <p:cNvSpPr/>
          <p:nvPr/>
        </p:nvSpPr>
        <p:spPr>
          <a:xfrm>
            <a:off x="4626864" y="1572768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Write Code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26864" y="2194560"/>
            <a:ext cx="2029968" cy="21762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754880" y="2286000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5010912" y="2258568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S3 event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2798064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5010912" y="2770632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to /tmp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3310128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5" name="Text 43"/>
          <p:cNvSpPr/>
          <p:nvPr/>
        </p:nvSpPr>
        <p:spPr>
          <a:xfrm>
            <a:off x="5010912" y="3282696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with Pillow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3822192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5010912" y="3794760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thumbnail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26864" y="4370832"/>
            <a:ext cx="2029968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9" name="Text 47"/>
          <p:cNvSpPr/>
          <p:nvPr/>
        </p:nvSpPr>
        <p:spPr>
          <a:xfrm>
            <a:off x="4626864" y="43708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03136" y="1078992"/>
            <a:ext cx="2029968" cy="47548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1" name="Text 49"/>
          <p:cNvSpPr/>
          <p:nvPr/>
        </p:nvSpPr>
        <p:spPr>
          <a:xfrm>
            <a:off x="6803136" y="107899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15–18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803136" y="1554480"/>
            <a:ext cx="2029968" cy="64008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53" name="Text 51"/>
          <p:cNvSpPr/>
          <p:nvPr/>
        </p:nvSpPr>
        <p:spPr>
          <a:xfrm>
            <a:off x="6803136" y="1572768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Integration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803136" y="2194560"/>
            <a:ext cx="2029968" cy="21762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6931152" y="2286000"/>
            <a:ext cx="182880" cy="18288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6" name="Text 54"/>
          <p:cNvSpPr/>
          <p:nvPr/>
        </p:nvSpPr>
        <p:spPr>
          <a:xfrm>
            <a:off x="7187184" y="2258568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S3 trigger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931152" y="2798064"/>
            <a:ext cx="182880" cy="18288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8" name="Text 56"/>
          <p:cNvSpPr/>
          <p:nvPr/>
        </p:nvSpPr>
        <p:spPr>
          <a:xfrm>
            <a:off x="7187184" y="2770632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test image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931152" y="3310128"/>
            <a:ext cx="182880" cy="18288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0" name="Text 58"/>
          <p:cNvSpPr/>
          <p:nvPr/>
        </p:nvSpPr>
        <p:spPr>
          <a:xfrm>
            <a:off x="7187184" y="3282696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output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931152" y="3822192"/>
            <a:ext cx="182880" cy="18288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2" name="Text 60"/>
          <p:cNvSpPr/>
          <p:nvPr/>
        </p:nvSpPr>
        <p:spPr>
          <a:xfrm>
            <a:off x="7187184" y="3794760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CloudWatch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803136" y="4370832"/>
            <a:ext cx="2029968" cy="3840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4" name="Text 62"/>
          <p:cNvSpPr/>
          <p:nvPr/>
        </p:nvSpPr>
        <p:spPr>
          <a:xfrm>
            <a:off x="6803136" y="43708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Learnings &amp;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1170432"/>
          </a:xfrm>
          <a:prstGeom prst="rect">
            <a:avLst/>
          </a:prstGeom>
          <a:solidFill>
            <a:srgbClr val="0D254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78992"/>
            <a:ext cx="91440" cy="1170432"/>
          </a:xfrm>
          <a:prstGeom prst="roundRect">
            <a:avLst>
              <a:gd name="adj" fmla="val 80000"/>
            </a:avLst>
          </a:prstGeom>
          <a:solidFill>
            <a:srgbClr val="0E6BA8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Serverless Architecture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wakes up on demand, processes images, and goes back to sleep — zero idle cost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4114800" cy="1170432"/>
          </a:xfrm>
          <a:prstGeom prst="rect">
            <a:avLst/>
          </a:prstGeom>
          <a:solidFill>
            <a:srgbClr val="0D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78992"/>
            <a:ext cx="91440" cy="1170432"/>
          </a:xfrm>
          <a:prstGeom prst="roundRect">
            <a:avLst>
              <a:gd name="adj" fmla="val 80000"/>
            </a:avLst>
          </a:prstGeom>
          <a:solidFill>
            <a:srgbClr val="1282A2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Lambda Layers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56048" y="15544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libraries like Pillow must be compiled for Amazon Linux using Docker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4114800" cy="1170432"/>
          </a:xfrm>
          <a:prstGeom prst="rect">
            <a:avLst/>
          </a:prstGeom>
          <a:solidFill>
            <a:srgbClr val="0D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377440"/>
            <a:ext cx="91440" cy="1170432"/>
          </a:xfrm>
          <a:prstGeom prst="roundRect">
            <a:avLst>
              <a:gd name="adj" fmla="val 80000"/>
            </a:avLst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Least Privilege IAM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" y="285292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GetObject on source and PutObject on destination — nothing more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4114800" cy="1170432"/>
          </a:xfrm>
          <a:prstGeom prst="rect">
            <a:avLst/>
          </a:prstGeom>
          <a:solidFill>
            <a:srgbClr val="0D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377440"/>
            <a:ext cx="91440" cy="1170432"/>
          </a:xfrm>
          <a:prstGeom prst="roundRect">
            <a:avLst>
              <a:gd name="adj" fmla="val 80000"/>
            </a:avLst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Event-Driven Design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285292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PutObject events trigger Lambda instantly — no polling, no wasted cycles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75888"/>
            <a:ext cx="4114800" cy="1170432"/>
          </a:xfrm>
          <a:prstGeom prst="rect">
            <a:avLst/>
          </a:prstGeom>
          <a:solidFill>
            <a:srgbClr val="0D254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675888"/>
            <a:ext cx="91440" cy="1170432"/>
          </a:xfrm>
          <a:prstGeom prst="roundRect">
            <a:avLst>
              <a:gd name="adj" fmla="val 80000"/>
            </a:avLst>
          </a:prstGeom>
          <a:solidFill>
            <a:srgbClr val="0E6BA8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Image Processing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" y="415137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thumbnail() preserves aspect ratio; LANCZOS gives highest quality downsampling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75888"/>
            <a:ext cx="4114800" cy="1170432"/>
          </a:xfrm>
          <a:prstGeom prst="rect">
            <a:avLst/>
          </a:prstGeom>
          <a:solidFill>
            <a:srgbClr val="0D2540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3675888"/>
            <a:ext cx="91440" cy="1170432"/>
          </a:xfrm>
          <a:prstGeom prst="roundRect">
            <a:avLst>
              <a:gd name="adj" fmla="val 80000"/>
            </a:avLst>
          </a:prstGeom>
          <a:solidFill>
            <a:srgbClr val="1282A2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CloudWatch Debugging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56048" y="415137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print() and logger.info() calls appear in logs — essential for finding failures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809744"/>
            <a:ext cx="859536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80974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delivers 128×128 thumbnails from 4K originals in under 3 seconds — fully automated, zero servers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Serverless Image Processing API</dc:title>
  <dc:subject>PptxGenJS Presentation</dc:subject>
  <dc:creator>PptxGenJS</dc:creator>
  <cp:lastModifiedBy>PptxGenJS</cp:lastModifiedBy>
  <cp:revision>1</cp:revision>
  <dcterms:created xsi:type="dcterms:W3CDTF">2026-05-17T17:03:36Z</dcterms:created>
  <dcterms:modified xsi:type="dcterms:W3CDTF">2026-05-17T17:03:36Z</dcterms:modified>
</cp:coreProperties>
</file>